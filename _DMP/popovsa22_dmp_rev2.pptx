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77" r:id="rId6"/>
    <p:sldId id="283" r:id="rId7"/>
    <p:sldId id="274" r:id="rId8"/>
    <p:sldId id="278" r:id="rId9"/>
    <p:sldId id="284" r:id="rId1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0A8E208-557C-F57A-5301-920BFAE3F3A5}" name="Jarý Jonáš" initials="" userId="S::jaryjo22@sps-prosek.cz::b668ce8c-92e7-48e3-860a-5e603197fa1b" providerId="AD"/>
  <p188:author id="{FA467F66-442C-3459-D6F1-EDD766091DD1}" name="Houdek Lukáš" initials="" userId="S::houdelu22@sps-prosek.cz::0e1b7949-d421-4f48-816e-58d459a674f9" providerId="AD"/>
  <p188:author id="{03411493-3EE2-5F00-DDD4-7A9216FADEE9}" name="Men Menson" initials="MM" userId="Men Menson" providerId="None"/>
  <p188:author id="{E76C9B99-D619-F193-D874-CF1816FCC5DE}" name="Popov Savva" initials="SP" userId="S::popovsa22@sps-prosek.cz::bc132019-2944-47dc-b2a0-f031fbe56d5e" providerId="AD"/>
  <p188:author id="{B9510DA4-F2D3-D838-C0C7-B988E6B7F557}" name="Šťastný Šimon" initials="ŠŠ" userId="S::stastsi22@sps-prosek.cz::0d580c0e-bdce-44df-a1b5-ba56c3bea503" providerId="AD"/>
  <p188:author id="{F7A91BC9-CFB0-9CEA-5177-2593406F548F}" name="Guest User" initials="GU" userId="S::urn:spo:anon#b28f2418a7b9e0769c21f143175a4e7efe1b58989aad04f9c309cbc5a993dfd1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45983-E9DA-4F58-B222-127CBD7E1D10}" v="45" dt="2026-01-09T00:38:15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pov Savva" userId="bc132019-2944-47dc-b2a0-f031fbe56d5e" providerId="ADAL" clId="{F3D29FF4-9675-4331-8F08-7DEA826E30A3}"/>
    <pc:docChg chg="undo redo custSel addSld delSld modSld sldOrd">
      <pc:chgData name="Popov Savva" userId="bc132019-2944-47dc-b2a0-f031fbe56d5e" providerId="ADAL" clId="{F3D29FF4-9675-4331-8F08-7DEA826E30A3}" dt="2026-01-09T00:40:33.587" v="6887" actId="1076"/>
      <pc:docMkLst>
        <pc:docMk/>
      </pc:docMkLst>
      <pc:sldChg chg="addSp modSp mod">
        <pc:chgData name="Popov Savva" userId="bc132019-2944-47dc-b2a0-f031fbe56d5e" providerId="ADAL" clId="{F3D29FF4-9675-4331-8F08-7DEA826E30A3}" dt="2026-01-08T23:43:06.889" v="4910" actId="1076"/>
        <pc:sldMkLst>
          <pc:docMk/>
          <pc:sldMk cId="3542898489" sldId="256"/>
        </pc:sldMkLst>
        <pc:spChg chg="mod">
          <ac:chgData name="Popov Savva" userId="bc132019-2944-47dc-b2a0-f031fbe56d5e" providerId="ADAL" clId="{F3D29FF4-9675-4331-8F08-7DEA826E30A3}" dt="2026-01-08T23:43:00.156" v="4908" actId="1076"/>
          <ac:spMkLst>
            <pc:docMk/>
            <pc:sldMk cId="3542898489" sldId="256"/>
            <ac:spMk id="2" creationId="{D426D66A-E7B3-7707-405A-C99A947EB226}"/>
          </ac:spMkLst>
        </pc:spChg>
        <pc:spChg chg="mod">
          <ac:chgData name="Popov Savva" userId="bc132019-2944-47dc-b2a0-f031fbe56d5e" providerId="ADAL" clId="{F3D29FF4-9675-4331-8F08-7DEA826E30A3}" dt="2026-01-08T23:37:52.607" v="4793" actId="1076"/>
          <ac:spMkLst>
            <pc:docMk/>
            <pc:sldMk cId="3542898489" sldId="256"/>
            <ac:spMk id="3" creationId="{620C44FC-C96E-ABFA-6365-2B7D0052BC6B}"/>
          </ac:spMkLst>
        </pc:spChg>
        <pc:spChg chg="mod">
          <ac:chgData name="Popov Savva" userId="bc132019-2944-47dc-b2a0-f031fbe56d5e" providerId="ADAL" clId="{F3D29FF4-9675-4331-8F08-7DEA826E30A3}" dt="2026-01-08T23:39:21.984" v="4833" actId="1076"/>
          <ac:spMkLst>
            <pc:docMk/>
            <pc:sldMk cId="3542898489" sldId="256"/>
            <ac:spMk id="14" creationId="{1DAA93D5-CB62-9A2F-0362-48716EC857F7}"/>
          </ac:spMkLst>
        </pc:spChg>
        <pc:picChg chg="mod">
          <ac:chgData name="Popov Savva" userId="bc132019-2944-47dc-b2a0-f031fbe56d5e" providerId="ADAL" clId="{F3D29FF4-9675-4331-8F08-7DEA826E30A3}" dt="2026-01-08T23:43:00.156" v="4908" actId="1076"/>
          <ac:picMkLst>
            <pc:docMk/>
            <pc:sldMk cId="3542898489" sldId="256"/>
            <ac:picMk id="5" creationId="{DAB4F7AE-6E0E-7D6B-A76E-3A8BBA5CB986}"/>
          </ac:picMkLst>
        </pc:picChg>
        <pc:picChg chg="add mod">
          <ac:chgData name="Popov Savva" userId="bc132019-2944-47dc-b2a0-f031fbe56d5e" providerId="ADAL" clId="{F3D29FF4-9675-4331-8F08-7DEA826E30A3}" dt="2026-01-08T23:43:00.156" v="4908" actId="1076"/>
          <ac:picMkLst>
            <pc:docMk/>
            <pc:sldMk cId="3542898489" sldId="256"/>
            <ac:picMk id="6" creationId="{60B4FCAE-A2B0-8553-5D89-6AB5A6D77BA2}"/>
          </ac:picMkLst>
        </pc:picChg>
        <pc:picChg chg="add mod">
          <ac:chgData name="Popov Savva" userId="bc132019-2944-47dc-b2a0-f031fbe56d5e" providerId="ADAL" clId="{F3D29FF4-9675-4331-8F08-7DEA826E30A3}" dt="2026-01-08T23:37:51.014" v="4788" actId="1076"/>
          <ac:picMkLst>
            <pc:docMk/>
            <pc:sldMk cId="3542898489" sldId="256"/>
            <ac:picMk id="8" creationId="{AF58FBC1-1EBA-7027-9A16-C347B8AA8174}"/>
          </ac:picMkLst>
        </pc:picChg>
        <pc:picChg chg="add mod">
          <ac:chgData name="Popov Savva" userId="bc132019-2944-47dc-b2a0-f031fbe56d5e" providerId="ADAL" clId="{F3D29FF4-9675-4331-8F08-7DEA826E30A3}" dt="2026-01-08T23:43:00.156" v="4908" actId="1076"/>
          <ac:picMkLst>
            <pc:docMk/>
            <pc:sldMk cId="3542898489" sldId="256"/>
            <ac:picMk id="12" creationId="{6F10C73A-DFCC-F13D-F3B1-BD1C95A09B38}"/>
          </ac:picMkLst>
        </pc:picChg>
        <pc:picChg chg="mod">
          <ac:chgData name="Popov Savva" userId="bc132019-2944-47dc-b2a0-f031fbe56d5e" providerId="ADAL" clId="{F3D29FF4-9675-4331-8F08-7DEA826E30A3}" dt="2026-01-08T23:43:06.889" v="4910" actId="1076"/>
          <ac:picMkLst>
            <pc:docMk/>
            <pc:sldMk cId="3542898489" sldId="256"/>
            <ac:picMk id="15" creationId="{C837C73F-2EC3-15F9-0108-F3FEC8CEEFCD}"/>
          </ac:picMkLst>
        </pc:picChg>
        <pc:cxnChg chg="mod">
          <ac:chgData name="Popov Savva" userId="bc132019-2944-47dc-b2a0-f031fbe56d5e" providerId="ADAL" clId="{F3D29FF4-9675-4331-8F08-7DEA826E30A3}" dt="2026-01-08T23:43:00.156" v="4908" actId="1076"/>
          <ac:cxnSpMkLst>
            <pc:docMk/>
            <pc:sldMk cId="3542898489" sldId="256"/>
            <ac:cxnSpMk id="7" creationId="{970708DE-F983-561D-9927-6353C199E6B6}"/>
          </ac:cxnSpMkLst>
        </pc:cxnChg>
        <pc:cxnChg chg="add mod">
          <ac:chgData name="Popov Savva" userId="bc132019-2944-47dc-b2a0-f031fbe56d5e" providerId="ADAL" clId="{F3D29FF4-9675-4331-8F08-7DEA826E30A3}" dt="2026-01-08T23:43:00.156" v="4908" actId="1076"/>
          <ac:cxnSpMkLst>
            <pc:docMk/>
            <pc:sldMk cId="3542898489" sldId="256"/>
            <ac:cxnSpMk id="9" creationId="{289A37EF-D379-F876-04BE-0EC5505B232B}"/>
          </ac:cxnSpMkLst>
        </pc:cxnChg>
        <pc:cxnChg chg="mod">
          <ac:chgData name="Popov Savva" userId="bc132019-2944-47dc-b2a0-f031fbe56d5e" providerId="ADAL" clId="{F3D29FF4-9675-4331-8F08-7DEA826E30A3}" dt="2026-01-08T23:43:03.042" v="4909" actId="1076"/>
          <ac:cxnSpMkLst>
            <pc:docMk/>
            <pc:sldMk cId="3542898489" sldId="256"/>
            <ac:cxnSpMk id="22" creationId="{D3DED0F0-4A1D-07E2-F0CA-92676A644B03}"/>
          </ac:cxnSpMkLst>
        </pc:cxnChg>
      </pc:sldChg>
      <pc:sldChg chg="del">
        <pc:chgData name="Popov Savva" userId="bc132019-2944-47dc-b2a0-f031fbe56d5e" providerId="ADAL" clId="{F3D29FF4-9675-4331-8F08-7DEA826E30A3}" dt="2026-01-08T23:33:17.030" v="4650" actId="47"/>
        <pc:sldMkLst>
          <pc:docMk/>
          <pc:sldMk cId="2122687374" sldId="258"/>
        </pc:sldMkLst>
      </pc:sldChg>
      <pc:sldChg chg="del">
        <pc:chgData name="Popov Savva" userId="bc132019-2944-47dc-b2a0-f031fbe56d5e" providerId="ADAL" clId="{F3D29FF4-9675-4331-8F08-7DEA826E30A3}" dt="2026-01-08T23:33:24.860" v="4651" actId="47"/>
        <pc:sldMkLst>
          <pc:docMk/>
          <pc:sldMk cId="2552391565" sldId="262"/>
        </pc:sldMkLst>
      </pc:sldChg>
      <pc:sldChg chg="delSp del mod">
        <pc:chgData name="Popov Savva" userId="bc132019-2944-47dc-b2a0-f031fbe56d5e" providerId="ADAL" clId="{F3D29FF4-9675-4331-8F08-7DEA826E30A3}" dt="2026-01-08T23:33:13.775" v="4648" actId="47"/>
        <pc:sldMkLst>
          <pc:docMk/>
          <pc:sldMk cId="568950540" sldId="272"/>
        </pc:sldMkLst>
        <pc:picChg chg="del">
          <ac:chgData name="Popov Savva" userId="bc132019-2944-47dc-b2a0-f031fbe56d5e" providerId="ADAL" clId="{F3D29FF4-9675-4331-8F08-7DEA826E30A3}" dt="2026-01-08T23:33:08.892" v="4647" actId="478"/>
          <ac:picMkLst>
            <pc:docMk/>
            <pc:sldMk cId="568950540" sldId="272"/>
            <ac:picMk id="6" creationId="{B8CBD1C9-D02B-88F5-BDF8-EBB2EF9ADF0A}"/>
          </ac:picMkLst>
        </pc:picChg>
        <pc:picChg chg="del">
          <ac:chgData name="Popov Savva" userId="bc132019-2944-47dc-b2a0-f031fbe56d5e" providerId="ADAL" clId="{F3D29FF4-9675-4331-8F08-7DEA826E30A3}" dt="2026-01-08T23:33:08.557" v="4646" actId="478"/>
          <ac:picMkLst>
            <pc:docMk/>
            <pc:sldMk cId="568950540" sldId="272"/>
            <ac:picMk id="10" creationId="{6D6EC0FF-8D3C-21F6-7327-94059AE0087C}"/>
          </ac:picMkLst>
        </pc:picChg>
      </pc:sldChg>
      <pc:sldChg chg="addSp delSp modSp mod">
        <pc:chgData name="Popov Savva" userId="bc132019-2944-47dc-b2a0-f031fbe56d5e" providerId="ADAL" clId="{F3D29FF4-9675-4331-8F08-7DEA826E30A3}" dt="2026-01-09T00:25:30.428" v="6508" actId="20577"/>
        <pc:sldMkLst>
          <pc:docMk/>
          <pc:sldMk cId="3194482498" sldId="274"/>
        </pc:sldMkLst>
        <pc:spChg chg="mod">
          <ac:chgData name="Popov Savva" userId="bc132019-2944-47dc-b2a0-f031fbe56d5e" providerId="ADAL" clId="{F3D29FF4-9675-4331-8F08-7DEA826E30A3}" dt="2026-01-08T23:59:04.197" v="5222" actId="20577"/>
          <ac:spMkLst>
            <pc:docMk/>
            <pc:sldMk cId="3194482498" sldId="274"/>
            <ac:spMk id="2" creationId="{FF1DA320-E3E1-0F28-F1AA-A61279A59E26}"/>
          </ac:spMkLst>
        </pc:spChg>
        <pc:spChg chg="del mod">
          <ac:chgData name="Popov Savva" userId="bc132019-2944-47dc-b2a0-f031fbe56d5e" providerId="ADAL" clId="{F3D29FF4-9675-4331-8F08-7DEA826E30A3}" dt="2026-01-08T23:54:39.793" v="4932"/>
          <ac:spMkLst>
            <pc:docMk/>
            <pc:sldMk cId="3194482498" sldId="274"/>
            <ac:spMk id="3" creationId="{A2165789-AADA-6178-9C9F-0352B8F18AB5}"/>
          </ac:spMkLst>
        </pc:spChg>
        <pc:spChg chg="mod">
          <ac:chgData name="Popov Savva" userId="bc132019-2944-47dc-b2a0-f031fbe56d5e" providerId="ADAL" clId="{F3D29FF4-9675-4331-8F08-7DEA826E30A3}" dt="2026-01-09T00:15:47.642" v="6198" actId="20577"/>
          <ac:spMkLst>
            <pc:docMk/>
            <pc:sldMk cId="3194482498" sldId="274"/>
            <ac:spMk id="4" creationId="{D00A3556-F086-018A-4B7A-D72433E0311F}"/>
          </ac:spMkLst>
        </pc:spChg>
        <pc:spChg chg="add mod">
          <ac:chgData name="Popov Savva" userId="bc132019-2944-47dc-b2a0-f031fbe56d5e" providerId="ADAL" clId="{F3D29FF4-9675-4331-8F08-7DEA826E30A3}" dt="2026-01-09T00:25:30.428" v="6508" actId="20577"/>
          <ac:spMkLst>
            <pc:docMk/>
            <pc:sldMk cId="3194482498" sldId="274"/>
            <ac:spMk id="16" creationId="{A8E96A6E-7BDF-F940-87F6-426D05BBEBDD}"/>
          </ac:spMkLst>
        </pc:spChg>
        <pc:picChg chg="add del mod">
          <ac:chgData name="Popov Savva" userId="bc132019-2944-47dc-b2a0-f031fbe56d5e" providerId="ADAL" clId="{F3D29FF4-9675-4331-8F08-7DEA826E30A3}" dt="2026-01-08T23:55:07.537" v="4959" actId="478"/>
          <ac:picMkLst>
            <pc:docMk/>
            <pc:sldMk cId="3194482498" sldId="274"/>
            <ac:picMk id="5" creationId="{061A476F-83CC-CBD9-D76E-3DEF136B81EA}"/>
          </ac:picMkLst>
        </pc:picChg>
        <pc:picChg chg="del mod">
          <ac:chgData name="Popov Savva" userId="bc132019-2944-47dc-b2a0-f031fbe56d5e" providerId="ADAL" clId="{F3D29FF4-9675-4331-8F08-7DEA826E30A3}" dt="2026-01-08T23:43:56.292" v="4920" actId="478"/>
          <ac:picMkLst>
            <pc:docMk/>
            <pc:sldMk cId="3194482498" sldId="274"/>
            <ac:picMk id="6" creationId="{622083BD-03FB-C5D7-D8F3-556517C9D5C3}"/>
          </ac:picMkLst>
        </pc:picChg>
        <pc:picChg chg="add del mod">
          <ac:chgData name="Popov Savva" userId="bc132019-2944-47dc-b2a0-f031fbe56d5e" providerId="ADAL" clId="{F3D29FF4-9675-4331-8F08-7DEA826E30A3}" dt="2026-01-08T23:55:54.512" v="4979" actId="21"/>
          <ac:picMkLst>
            <pc:docMk/>
            <pc:sldMk cId="3194482498" sldId="274"/>
            <ac:picMk id="8" creationId="{E27D987E-B96B-AE3B-21F1-5F5A1D2FF896}"/>
          </ac:picMkLst>
        </pc:picChg>
        <pc:picChg chg="add mod">
          <ac:chgData name="Popov Savva" userId="bc132019-2944-47dc-b2a0-f031fbe56d5e" providerId="ADAL" clId="{F3D29FF4-9675-4331-8F08-7DEA826E30A3}" dt="2026-01-08T23:59:38.597" v="5231" actId="1076"/>
          <ac:picMkLst>
            <pc:docMk/>
            <pc:sldMk cId="3194482498" sldId="274"/>
            <ac:picMk id="10" creationId="{1A3ECA1A-E505-CA93-AB8B-ADB5650165B5}"/>
          </ac:picMkLst>
        </pc:picChg>
        <pc:picChg chg="add del mod">
          <ac:chgData name="Popov Savva" userId="bc132019-2944-47dc-b2a0-f031fbe56d5e" providerId="ADAL" clId="{F3D29FF4-9675-4331-8F08-7DEA826E30A3}" dt="2026-01-08T23:55:54.512" v="4979" actId="21"/>
          <ac:picMkLst>
            <pc:docMk/>
            <pc:sldMk cId="3194482498" sldId="274"/>
            <ac:picMk id="12" creationId="{9D4D80DC-C7F5-78E9-B9DA-F2B795D6FD62}"/>
          </ac:picMkLst>
        </pc:picChg>
        <pc:picChg chg="add del mod">
          <ac:chgData name="Popov Savva" userId="bc132019-2944-47dc-b2a0-f031fbe56d5e" providerId="ADAL" clId="{F3D29FF4-9675-4331-8F08-7DEA826E30A3}" dt="2026-01-08T23:55:54.512" v="4979" actId="21"/>
          <ac:picMkLst>
            <pc:docMk/>
            <pc:sldMk cId="3194482498" sldId="274"/>
            <ac:picMk id="14" creationId="{AD58584E-68EC-E3D5-78DD-E24C4F342F31}"/>
          </ac:picMkLst>
        </pc:picChg>
      </pc:sldChg>
      <pc:sldChg chg="del">
        <pc:chgData name="Popov Savva" userId="bc132019-2944-47dc-b2a0-f031fbe56d5e" providerId="ADAL" clId="{F3D29FF4-9675-4331-8F08-7DEA826E30A3}" dt="2026-01-08T23:33:15.835" v="4649" actId="47"/>
        <pc:sldMkLst>
          <pc:docMk/>
          <pc:sldMk cId="2447340170" sldId="275"/>
        </pc:sldMkLst>
      </pc:sldChg>
      <pc:sldChg chg="del">
        <pc:chgData name="Popov Savva" userId="bc132019-2944-47dc-b2a0-f031fbe56d5e" providerId="ADAL" clId="{F3D29FF4-9675-4331-8F08-7DEA826E30A3}" dt="2026-01-08T23:33:28.652" v="4652" actId="47"/>
        <pc:sldMkLst>
          <pc:docMk/>
          <pc:sldMk cId="663384148" sldId="276"/>
        </pc:sldMkLst>
      </pc:sldChg>
      <pc:sldChg chg="addSp delSp modSp mod">
        <pc:chgData name="Popov Savva" userId="bc132019-2944-47dc-b2a0-f031fbe56d5e" providerId="ADAL" clId="{F3D29FF4-9675-4331-8F08-7DEA826E30A3}" dt="2026-01-09T00:15:19.230" v="6191" actId="20577"/>
        <pc:sldMkLst>
          <pc:docMk/>
          <pc:sldMk cId="3763556528" sldId="277"/>
        </pc:sldMkLst>
        <pc:spChg chg="mod">
          <ac:chgData name="Popov Savva" userId="bc132019-2944-47dc-b2a0-f031fbe56d5e" providerId="ADAL" clId="{F3D29FF4-9675-4331-8F08-7DEA826E30A3}" dt="2026-01-09T00:15:19.230" v="6191" actId="20577"/>
          <ac:spMkLst>
            <pc:docMk/>
            <pc:sldMk cId="3763556528" sldId="277"/>
            <ac:spMk id="2" creationId="{8B3D5C0E-A70C-DA85-8FD9-75CB86F35C15}"/>
          </ac:spMkLst>
        </pc:spChg>
        <pc:spChg chg="mod">
          <ac:chgData name="Popov Savva" userId="bc132019-2944-47dc-b2a0-f031fbe56d5e" providerId="ADAL" clId="{F3D29FF4-9675-4331-8F08-7DEA826E30A3}" dt="2026-01-09T00:14:19.629" v="6174" actId="313"/>
          <ac:spMkLst>
            <pc:docMk/>
            <pc:sldMk cId="3763556528" sldId="277"/>
            <ac:spMk id="3" creationId="{CA680127-2B4F-BE5E-FFB7-CD0E6DE5EDC4}"/>
          </ac:spMkLst>
        </pc:spChg>
        <pc:spChg chg="mod">
          <ac:chgData name="Popov Savva" userId="bc132019-2944-47dc-b2a0-f031fbe56d5e" providerId="ADAL" clId="{F3D29FF4-9675-4331-8F08-7DEA826E30A3}" dt="2026-01-08T23:42:16.522" v="4895" actId="20577"/>
          <ac:spMkLst>
            <pc:docMk/>
            <pc:sldMk cId="3763556528" sldId="277"/>
            <ac:spMk id="4" creationId="{43B3F53F-9D68-1DE6-E5E5-4F83D14794A4}"/>
          </ac:spMkLst>
        </pc:spChg>
        <pc:picChg chg="add del mod">
          <ac:chgData name="Popov Savva" userId="bc132019-2944-47dc-b2a0-f031fbe56d5e" providerId="ADAL" clId="{F3D29FF4-9675-4331-8F08-7DEA826E30A3}" dt="2026-01-09T00:08:40.946" v="5897" actId="478"/>
          <ac:picMkLst>
            <pc:docMk/>
            <pc:sldMk cId="3763556528" sldId="277"/>
            <ac:picMk id="5" creationId="{B7FEBB9C-B3B6-6BC1-4033-52D70A579EDD}"/>
          </ac:picMkLst>
        </pc:picChg>
        <pc:picChg chg="del mod">
          <ac:chgData name="Popov Savva" userId="bc132019-2944-47dc-b2a0-f031fbe56d5e" providerId="ADAL" clId="{F3D29FF4-9675-4331-8F08-7DEA826E30A3}" dt="2026-01-09T00:08:39.623" v="5896" actId="478"/>
          <ac:picMkLst>
            <pc:docMk/>
            <pc:sldMk cId="3763556528" sldId="277"/>
            <ac:picMk id="6" creationId="{2B978CB7-E35D-7284-9AAA-9ECA0A3553FB}"/>
          </ac:picMkLst>
        </pc:picChg>
        <pc:picChg chg="del">
          <ac:chgData name="Popov Savva" userId="bc132019-2944-47dc-b2a0-f031fbe56d5e" providerId="ADAL" clId="{F3D29FF4-9675-4331-8F08-7DEA826E30A3}" dt="2026-01-09T00:08:39.623" v="5896" actId="478"/>
          <ac:picMkLst>
            <pc:docMk/>
            <pc:sldMk cId="3763556528" sldId="277"/>
            <ac:picMk id="8" creationId="{0514B038-378F-FE38-5ED7-27D8DA14A173}"/>
          </ac:picMkLst>
        </pc:picChg>
        <pc:picChg chg="add mod">
          <ac:chgData name="Popov Savva" userId="bc132019-2944-47dc-b2a0-f031fbe56d5e" providerId="ADAL" clId="{F3D29FF4-9675-4331-8F08-7DEA826E30A3}" dt="2026-01-09T00:13:42.669" v="6115" actId="1076"/>
          <ac:picMkLst>
            <pc:docMk/>
            <pc:sldMk cId="3763556528" sldId="277"/>
            <ac:picMk id="9" creationId="{008E807B-C0AD-0238-9EB6-A8B218B615F5}"/>
          </ac:picMkLst>
        </pc:picChg>
        <pc:picChg chg="add mod">
          <ac:chgData name="Popov Savva" userId="bc132019-2944-47dc-b2a0-f031fbe56d5e" providerId="ADAL" clId="{F3D29FF4-9675-4331-8F08-7DEA826E30A3}" dt="2026-01-09T00:09:04.663" v="5910"/>
          <ac:picMkLst>
            <pc:docMk/>
            <pc:sldMk cId="3763556528" sldId="277"/>
            <ac:picMk id="11" creationId="{5C696F93-EEB1-9402-5F07-0992FF612FA3}"/>
          </ac:picMkLst>
        </pc:picChg>
        <pc:picChg chg="add mod">
          <ac:chgData name="Popov Savva" userId="bc132019-2944-47dc-b2a0-f031fbe56d5e" providerId="ADAL" clId="{F3D29FF4-9675-4331-8F08-7DEA826E30A3}" dt="2026-01-09T00:13:44.380" v="6116" actId="1076"/>
          <ac:picMkLst>
            <pc:docMk/>
            <pc:sldMk cId="3763556528" sldId="277"/>
            <ac:picMk id="13" creationId="{243D3B75-A655-6E81-E5E2-87BFCCA59FE7}"/>
          </ac:picMkLst>
        </pc:picChg>
        <pc:picChg chg="add mod">
          <ac:chgData name="Popov Savva" userId="bc132019-2944-47dc-b2a0-f031fbe56d5e" providerId="ADAL" clId="{F3D29FF4-9675-4331-8F08-7DEA826E30A3}" dt="2026-01-09T00:13:46.165" v="6117" actId="1076"/>
          <ac:picMkLst>
            <pc:docMk/>
            <pc:sldMk cId="3763556528" sldId="277"/>
            <ac:picMk id="15" creationId="{EA669288-E73B-6B19-848A-7FD99ECDA4AE}"/>
          </ac:picMkLst>
        </pc:picChg>
      </pc:sldChg>
      <pc:sldChg chg="addSp delSp modSp mod">
        <pc:chgData name="Popov Savva" userId="bc132019-2944-47dc-b2a0-f031fbe56d5e" providerId="ADAL" clId="{F3D29FF4-9675-4331-8F08-7DEA826E30A3}" dt="2026-01-09T00:25:51.344" v="6543" actId="313"/>
        <pc:sldMkLst>
          <pc:docMk/>
          <pc:sldMk cId="2769221837" sldId="278"/>
        </pc:sldMkLst>
        <pc:spChg chg="mod">
          <ac:chgData name="Popov Savva" userId="bc132019-2944-47dc-b2a0-f031fbe56d5e" providerId="ADAL" clId="{F3D29FF4-9675-4331-8F08-7DEA826E30A3}" dt="2026-01-09T00:00:35.081" v="5261" actId="20577"/>
          <ac:spMkLst>
            <pc:docMk/>
            <pc:sldMk cId="2769221837" sldId="278"/>
            <ac:spMk id="2" creationId="{26D627B5-7063-B313-335A-C97260FC5BFC}"/>
          </ac:spMkLst>
        </pc:spChg>
        <pc:spChg chg="mod">
          <ac:chgData name="Popov Savva" userId="bc132019-2944-47dc-b2a0-f031fbe56d5e" providerId="ADAL" clId="{F3D29FF4-9675-4331-8F08-7DEA826E30A3}" dt="2026-01-09T00:25:51.344" v="6543" actId="313"/>
          <ac:spMkLst>
            <pc:docMk/>
            <pc:sldMk cId="2769221837" sldId="278"/>
            <ac:spMk id="3" creationId="{F52FC5B0-7BF3-D943-1BC0-9168359BB14F}"/>
          </ac:spMkLst>
        </pc:spChg>
        <pc:spChg chg="mod">
          <ac:chgData name="Popov Savva" userId="bc132019-2944-47dc-b2a0-f031fbe56d5e" providerId="ADAL" clId="{F3D29FF4-9675-4331-8F08-7DEA826E30A3}" dt="2026-01-09T00:15:50.841" v="6200" actId="20577"/>
          <ac:spMkLst>
            <pc:docMk/>
            <pc:sldMk cId="2769221837" sldId="278"/>
            <ac:spMk id="4" creationId="{91989CB1-1A45-7155-C56A-3600DB763D58}"/>
          </ac:spMkLst>
        </pc:spChg>
        <pc:picChg chg="del">
          <ac:chgData name="Popov Savva" userId="bc132019-2944-47dc-b2a0-f031fbe56d5e" providerId="ADAL" clId="{F3D29FF4-9675-4331-8F08-7DEA826E30A3}" dt="2026-01-08T23:55:31.007" v="4973" actId="478"/>
          <ac:picMkLst>
            <pc:docMk/>
            <pc:sldMk cId="2769221837" sldId="278"/>
            <ac:picMk id="6" creationId="{24658A7A-9C2E-3090-0BF7-0A257C3B4257}"/>
          </ac:picMkLst>
        </pc:picChg>
        <pc:picChg chg="add mod">
          <ac:chgData name="Popov Savva" userId="bc132019-2944-47dc-b2a0-f031fbe56d5e" providerId="ADAL" clId="{F3D29FF4-9675-4331-8F08-7DEA826E30A3}" dt="2026-01-09T00:08:08.699" v="5867" actId="1076"/>
          <ac:picMkLst>
            <pc:docMk/>
            <pc:sldMk cId="2769221837" sldId="278"/>
            <ac:picMk id="8" creationId="{E27D987E-B96B-AE3B-21F1-5F5A1D2FF896}"/>
          </ac:picMkLst>
        </pc:picChg>
        <pc:picChg chg="add mod">
          <ac:chgData name="Popov Savva" userId="bc132019-2944-47dc-b2a0-f031fbe56d5e" providerId="ADAL" clId="{F3D29FF4-9675-4331-8F08-7DEA826E30A3}" dt="2026-01-09T00:01:05.370" v="5287" actId="1076"/>
          <ac:picMkLst>
            <pc:docMk/>
            <pc:sldMk cId="2769221837" sldId="278"/>
            <ac:picMk id="12" creationId="{9D4D80DC-C7F5-78E9-B9DA-F2B795D6FD62}"/>
          </ac:picMkLst>
        </pc:picChg>
        <pc:picChg chg="add mod">
          <ac:chgData name="Popov Savva" userId="bc132019-2944-47dc-b2a0-f031fbe56d5e" providerId="ADAL" clId="{F3D29FF4-9675-4331-8F08-7DEA826E30A3}" dt="2026-01-09T00:01:03.987" v="5286" actId="1076"/>
          <ac:picMkLst>
            <pc:docMk/>
            <pc:sldMk cId="2769221837" sldId="278"/>
            <ac:picMk id="14" creationId="{AD58584E-68EC-E3D5-78DD-E24C4F342F31}"/>
          </ac:picMkLst>
        </pc:picChg>
      </pc:sldChg>
      <pc:sldChg chg="modSp del mod">
        <pc:chgData name="Popov Savva" userId="bc132019-2944-47dc-b2a0-f031fbe56d5e" providerId="ADAL" clId="{F3D29FF4-9675-4331-8F08-7DEA826E30A3}" dt="2026-01-08T23:55:38.681" v="4977" actId="47"/>
        <pc:sldMkLst>
          <pc:docMk/>
          <pc:sldMk cId="743712492" sldId="279"/>
        </pc:sldMkLst>
        <pc:spChg chg="mod">
          <ac:chgData name="Popov Savva" userId="bc132019-2944-47dc-b2a0-f031fbe56d5e" providerId="ADAL" clId="{F3D29FF4-9675-4331-8F08-7DEA826E30A3}" dt="2026-01-08T23:42:30.728" v="4901" actId="20577"/>
          <ac:spMkLst>
            <pc:docMk/>
            <pc:sldMk cId="743712492" sldId="279"/>
            <ac:spMk id="4" creationId="{BD90458F-0FFE-8F3A-76E4-B786234B3FC1}"/>
          </ac:spMkLst>
        </pc:spChg>
      </pc:sldChg>
      <pc:sldChg chg="del">
        <pc:chgData name="Popov Savva" userId="bc132019-2944-47dc-b2a0-f031fbe56d5e" providerId="ADAL" clId="{F3D29FF4-9675-4331-8F08-7DEA826E30A3}" dt="2026-01-08T23:55:38.148" v="4976" actId="47"/>
        <pc:sldMkLst>
          <pc:docMk/>
          <pc:sldMk cId="794338393" sldId="280"/>
        </pc:sldMkLst>
      </pc:sldChg>
      <pc:sldChg chg="del">
        <pc:chgData name="Popov Savva" userId="bc132019-2944-47dc-b2a0-f031fbe56d5e" providerId="ADAL" clId="{F3D29FF4-9675-4331-8F08-7DEA826E30A3}" dt="2026-01-08T23:55:37.233" v="4975" actId="47"/>
        <pc:sldMkLst>
          <pc:docMk/>
          <pc:sldMk cId="1100942906" sldId="281"/>
        </pc:sldMkLst>
      </pc:sldChg>
      <pc:sldChg chg="del">
        <pc:chgData name="Popov Savva" userId="bc132019-2944-47dc-b2a0-f031fbe56d5e" providerId="ADAL" clId="{F3D29FF4-9675-4331-8F08-7DEA826E30A3}" dt="2026-01-09T00:20:38.034" v="6326" actId="47"/>
        <pc:sldMkLst>
          <pc:docMk/>
          <pc:sldMk cId="2235731136" sldId="282"/>
        </pc:sldMkLst>
      </pc:sldChg>
      <pc:sldChg chg="addSp delSp modSp add mod">
        <pc:chgData name="Popov Savva" userId="bc132019-2944-47dc-b2a0-f031fbe56d5e" providerId="ADAL" clId="{F3D29FF4-9675-4331-8F08-7DEA826E30A3}" dt="2026-01-09T00:24:16.225" v="6488" actId="1076"/>
        <pc:sldMkLst>
          <pc:docMk/>
          <pc:sldMk cId="1276551789" sldId="283"/>
        </pc:sldMkLst>
        <pc:spChg chg="mod">
          <ac:chgData name="Popov Savva" userId="bc132019-2944-47dc-b2a0-f031fbe56d5e" providerId="ADAL" clId="{F3D29FF4-9675-4331-8F08-7DEA826E30A3}" dt="2026-01-09T00:22:51.514" v="6477" actId="20577"/>
          <ac:spMkLst>
            <pc:docMk/>
            <pc:sldMk cId="1276551789" sldId="283"/>
            <ac:spMk id="3" creationId="{0B6C8BA4-B032-F959-18DD-B96AA880DD46}"/>
          </ac:spMkLst>
        </pc:spChg>
        <pc:spChg chg="mod">
          <ac:chgData name="Popov Savva" userId="bc132019-2944-47dc-b2a0-f031fbe56d5e" providerId="ADAL" clId="{F3D29FF4-9675-4331-8F08-7DEA826E30A3}" dt="2026-01-09T00:15:44.401" v="6196" actId="20577"/>
          <ac:spMkLst>
            <pc:docMk/>
            <pc:sldMk cId="1276551789" sldId="283"/>
            <ac:spMk id="4" creationId="{8DE6F9AD-CD69-65D3-BEEC-DEA31AC61A48}"/>
          </ac:spMkLst>
        </pc:spChg>
        <pc:picChg chg="add mod">
          <ac:chgData name="Popov Savva" userId="bc132019-2944-47dc-b2a0-f031fbe56d5e" providerId="ADAL" clId="{F3D29FF4-9675-4331-8F08-7DEA826E30A3}" dt="2026-01-09T00:22:54.022" v="6478" actId="14100"/>
          <ac:picMkLst>
            <pc:docMk/>
            <pc:sldMk cId="1276551789" sldId="283"/>
            <ac:picMk id="6" creationId="{D8F872A8-BD33-66F3-7C59-45E54576AF57}"/>
          </ac:picMkLst>
        </pc:picChg>
        <pc:picChg chg="del">
          <ac:chgData name="Popov Savva" userId="bc132019-2944-47dc-b2a0-f031fbe56d5e" providerId="ADAL" clId="{F3D29FF4-9675-4331-8F08-7DEA826E30A3}" dt="2026-01-09T00:15:57.805" v="6203" actId="478"/>
          <ac:picMkLst>
            <pc:docMk/>
            <pc:sldMk cId="1276551789" sldId="283"/>
            <ac:picMk id="9" creationId="{276D47C1-D385-7741-34BA-EC1FC70FE33C}"/>
          </ac:picMkLst>
        </pc:picChg>
        <pc:picChg chg="del mod">
          <ac:chgData name="Popov Savva" userId="bc132019-2944-47dc-b2a0-f031fbe56d5e" providerId="ADAL" clId="{F3D29FF4-9675-4331-8F08-7DEA826E30A3}" dt="2026-01-09T00:15:57.536" v="6202" actId="478"/>
          <ac:picMkLst>
            <pc:docMk/>
            <pc:sldMk cId="1276551789" sldId="283"/>
            <ac:picMk id="13" creationId="{9928139A-A5B3-109B-D877-EDA89A6293B3}"/>
          </ac:picMkLst>
        </pc:picChg>
        <pc:picChg chg="del mod">
          <ac:chgData name="Popov Savva" userId="bc132019-2944-47dc-b2a0-f031fbe56d5e" providerId="ADAL" clId="{F3D29FF4-9675-4331-8F08-7DEA826E30A3}" dt="2026-01-09T00:15:57.205" v="6201" actId="478"/>
          <ac:picMkLst>
            <pc:docMk/>
            <pc:sldMk cId="1276551789" sldId="283"/>
            <ac:picMk id="15" creationId="{8188638C-4EAC-058E-3F97-25E4338D2F18}"/>
          </ac:picMkLst>
        </pc:picChg>
        <pc:picChg chg="add mod">
          <ac:chgData name="Popov Savva" userId="bc132019-2944-47dc-b2a0-f031fbe56d5e" providerId="ADAL" clId="{F3D29FF4-9675-4331-8F08-7DEA826E30A3}" dt="2026-01-09T00:24:16.225" v="6488" actId="1076"/>
          <ac:picMkLst>
            <pc:docMk/>
            <pc:sldMk cId="1276551789" sldId="283"/>
            <ac:picMk id="1026" creationId="{84C2F66E-78BF-7465-F2A4-7A55E34373B7}"/>
          </ac:picMkLst>
        </pc:picChg>
      </pc:sldChg>
      <pc:sldChg chg="addSp delSp modSp add mod">
        <pc:chgData name="Popov Savva" userId="bc132019-2944-47dc-b2a0-f031fbe56d5e" providerId="ADAL" clId="{F3D29FF4-9675-4331-8F08-7DEA826E30A3}" dt="2026-01-09T00:40:33.587" v="6887" actId="1076"/>
        <pc:sldMkLst>
          <pc:docMk/>
          <pc:sldMk cId="1926405852" sldId="284"/>
        </pc:sldMkLst>
        <pc:spChg chg="mod">
          <ac:chgData name="Popov Savva" userId="bc132019-2944-47dc-b2a0-f031fbe56d5e" providerId="ADAL" clId="{F3D29FF4-9675-4331-8F08-7DEA826E30A3}" dt="2026-01-09T00:20:50.144" v="6336" actId="20577"/>
          <ac:spMkLst>
            <pc:docMk/>
            <pc:sldMk cId="1926405852" sldId="284"/>
            <ac:spMk id="2" creationId="{341566AF-34A0-093E-664E-94D33EEA5ACC}"/>
          </ac:spMkLst>
        </pc:spChg>
        <pc:spChg chg="mod">
          <ac:chgData name="Popov Savva" userId="bc132019-2944-47dc-b2a0-f031fbe56d5e" providerId="ADAL" clId="{F3D29FF4-9675-4331-8F08-7DEA826E30A3}" dt="2026-01-09T00:37:34.695" v="6880" actId="113"/>
          <ac:spMkLst>
            <pc:docMk/>
            <pc:sldMk cId="1926405852" sldId="284"/>
            <ac:spMk id="3" creationId="{BDB3EEBF-788C-9191-A27B-6743412EFC80}"/>
          </ac:spMkLst>
        </pc:spChg>
        <pc:spChg chg="mod">
          <ac:chgData name="Popov Savva" userId="bc132019-2944-47dc-b2a0-f031fbe56d5e" providerId="ADAL" clId="{F3D29FF4-9675-4331-8F08-7DEA826E30A3}" dt="2026-01-09T00:20:46.847" v="6329" actId="20577"/>
          <ac:spMkLst>
            <pc:docMk/>
            <pc:sldMk cId="1926405852" sldId="284"/>
            <ac:spMk id="4" creationId="{11AC5BE8-654B-132D-E5EF-3C551703D9B5}"/>
          </ac:spMkLst>
        </pc:spChg>
        <pc:spChg chg="add">
          <ac:chgData name="Popov Savva" userId="bc132019-2944-47dc-b2a0-f031fbe56d5e" providerId="ADAL" clId="{F3D29FF4-9675-4331-8F08-7DEA826E30A3}" dt="2026-01-09T00:30:39.852" v="6638"/>
          <ac:spMkLst>
            <pc:docMk/>
            <pc:sldMk cId="1926405852" sldId="284"/>
            <ac:spMk id="9" creationId="{A2FEF100-6A42-35BE-67CA-0BC5C3341C92}"/>
          </ac:spMkLst>
        </pc:spChg>
        <pc:picChg chg="add del mod modCrop">
          <ac:chgData name="Popov Savva" userId="bc132019-2944-47dc-b2a0-f031fbe56d5e" providerId="ADAL" clId="{F3D29FF4-9675-4331-8F08-7DEA826E30A3}" dt="2026-01-09T00:29:20.340" v="6574" actId="22"/>
          <ac:picMkLst>
            <pc:docMk/>
            <pc:sldMk cId="1926405852" sldId="284"/>
            <ac:picMk id="6" creationId="{0A7E0CE8-C049-1510-7D53-D52BB10C6F7E}"/>
          </ac:picMkLst>
        </pc:picChg>
        <pc:picChg chg="add del mod">
          <ac:chgData name="Popov Savva" userId="bc132019-2944-47dc-b2a0-f031fbe56d5e" providerId="ADAL" clId="{F3D29FF4-9675-4331-8F08-7DEA826E30A3}" dt="2026-01-09T00:34:37.870" v="6824" actId="478"/>
          <ac:picMkLst>
            <pc:docMk/>
            <pc:sldMk cId="1926405852" sldId="284"/>
            <ac:picMk id="7" creationId="{0A7E0CE8-C049-1510-7D53-D52BB10C6F7E}"/>
          </ac:picMkLst>
        </pc:picChg>
        <pc:picChg chg="del">
          <ac:chgData name="Popov Savva" userId="bc132019-2944-47dc-b2a0-f031fbe56d5e" providerId="ADAL" clId="{F3D29FF4-9675-4331-8F08-7DEA826E30A3}" dt="2026-01-09T00:24:28.864" v="6490" actId="478"/>
          <ac:picMkLst>
            <pc:docMk/>
            <pc:sldMk cId="1926405852" sldId="284"/>
            <ac:picMk id="8" creationId="{3A70F8E8-45A6-AB98-DA6D-CA248696B2B4}"/>
          </ac:picMkLst>
        </pc:picChg>
        <pc:picChg chg="add mod">
          <ac:chgData name="Popov Savva" userId="bc132019-2944-47dc-b2a0-f031fbe56d5e" providerId="ADAL" clId="{F3D29FF4-9675-4331-8F08-7DEA826E30A3}" dt="2026-01-09T00:34:48.088" v="6835" actId="1076"/>
          <ac:picMkLst>
            <pc:docMk/>
            <pc:sldMk cId="1926405852" sldId="284"/>
            <ac:picMk id="11" creationId="{3A320A48-AC14-1D17-3FDA-4F4C3B072530}"/>
          </ac:picMkLst>
        </pc:picChg>
        <pc:picChg chg="del">
          <ac:chgData name="Popov Savva" userId="bc132019-2944-47dc-b2a0-f031fbe56d5e" providerId="ADAL" clId="{F3D29FF4-9675-4331-8F08-7DEA826E30A3}" dt="2026-01-09T00:24:28.502" v="6489" actId="478"/>
          <ac:picMkLst>
            <pc:docMk/>
            <pc:sldMk cId="1926405852" sldId="284"/>
            <ac:picMk id="12" creationId="{7F7BF4C9-462E-9EF8-DB09-6615DF81E972}"/>
          </ac:picMkLst>
        </pc:picChg>
        <pc:picChg chg="del">
          <ac:chgData name="Popov Savva" userId="bc132019-2944-47dc-b2a0-f031fbe56d5e" providerId="ADAL" clId="{F3D29FF4-9675-4331-8F08-7DEA826E30A3}" dt="2026-01-09T00:24:29.224" v="6491" actId="478"/>
          <ac:picMkLst>
            <pc:docMk/>
            <pc:sldMk cId="1926405852" sldId="284"/>
            <ac:picMk id="14" creationId="{1CADAC00-207C-BC2E-660C-91E00FE9D141}"/>
          </ac:picMkLst>
        </pc:picChg>
        <pc:picChg chg="add mod">
          <ac:chgData name="Popov Savva" userId="bc132019-2944-47dc-b2a0-f031fbe56d5e" providerId="ADAL" clId="{F3D29FF4-9675-4331-8F08-7DEA826E30A3}" dt="2026-01-09T00:34:52.643" v="6838" actId="1076"/>
          <ac:picMkLst>
            <pc:docMk/>
            <pc:sldMk cId="1926405852" sldId="284"/>
            <ac:picMk id="15" creationId="{579044E0-0085-5AEF-241E-4D83F3A0B22D}"/>
          </ac:picMkLst>
        </pc:picChg>
        <pc:picChg chg="add mod">
          <ac:chgData name="Popov Savva" userId="bc132019-2944-47dc-b2a0-f031fbe56d5e" providerId="ADAL" clId="{F3D29FF4-9675-4331-8F08-7DEA826E30A3}" dt="2026-01-09T00:40:33.587" v="6887" actId="1076"/>
          <ac:picMkLst>
            <pc:docMk/>
            <pc:sldMk cId="1926405852" sldId="284"/>
            <ac:picMk id="17" creationId="{AF8C00AF-74C2-5312-CF67-C731C0804AC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F74FAA61-2F6A-996C-4641-1176D8D4E8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0B47078D-7706-9477-CD31-55BD5652A4B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B6C1E-E1E7-48B0-BD79-D900DCD06AB0}" type="datetime1">
              <a:rPr lang="cs-CZ" smtClean="0"/>
              <a:t>09.01.2026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E9B743CE-C9CE-D98A-7C1F-4066506F32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D45F3C1-3BB5-3AC8-8133-EC5C8F6A56F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AB547-A317-4D06-B9BE-621DC5AC305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5606266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7350A-7B39-4D41-AE17-B2358D9E3021}" type="datetime1">
              <a:rPr lang="cs-CZ" smtClean="0"/>
              <a:t>09.01.2026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2202F0-670D-48CF-B515-60DB56D119F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1567384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7DBD1B-C59E-7E48-9F32-E5C7604C63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A8E099A-46F5-970C-C07C-483890F4C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B004939-AF18-BF84-AFF0-FF05DD2FD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19074-33B1-423B-A3F8-1A24CD75E9B5}" type="datetime1">
              <a:rPr lang="cs-CZ" smtClean="0"/>
              <a:t>09.01.2026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70BA97F-D038-8AF8-AF12-A1F9B804D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7B87814-6F00-0C1C-FC7B-0BCB94852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1721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DE31EDD-4E22-4CCB-C273-A58EF9B15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1C70BDC-8C7E-F470-25B2-762A1A364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260E5E7-D92A-84E7-E780-82E28554A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1C9C2-D572-4A47-825B-981B76DD7959}" type="datetime1">
              <a:rPr lang="cs-CZ" smtClean="0"/>
              <a:t>09.01.2026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CE253A4-7685-BBE6-EB40-1B5E0DC0F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6632E28-6885-67AB-2300-6876F1093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92484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0EBD36-61A9-8CC9-2FEA-6504357F3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F74DE45-D88A-775E-6ECB-5B5611DC5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9F16EAB-33C4-DE10-EA17-ACA3B77CB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031B-F135-40FE-AE0E-98E9A2015287}" type="datetime1">
              <a:rPr lang="cs-CZ" smtClean="0"/>
              <a:t>09.01.2026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34D2E2A-154E-B0D8-128B-5EB547E5C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73D7DAB-F8DC-194E-3C6C-55555BDE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15019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1D84C94-2872-7908-0836-613DBDC3A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44A754D-7864-6378-CE10-A95CEC40E0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0329B18-79B0-B301-60A1-E877B4182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682A2C4-CBC3-4E39-6542-9562C9E27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8034-007D-4D8D-A888-BA7908E668D3}" type="datetime1">
              <a:rPr lang="cs-CZ" smtClean="0"/>
              <a:t>09.01.2026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72B0AC2-F7EF-DDB0-B8FA-1FE8F1063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27A137A-7412-C81D-6B4B-8F7494FFB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92731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C8AE87-2B52-5920-4E18-1953F8D2A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808AB31-37F4-89F6-90AD-EDBC71B43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128693E-B583-D168-CAE9-2874A2A83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537B38EE-F432-D38D-1461-1EE23B1CD9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8CA821D4-F45D-D711-8D77-A04B9BA525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34D7BF7F-7765-D9BF-4FF4-F406336D3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A1BCC-8767-48D2-B407-89E8415EDBFC}" type="datetime1">
              <a:rPr lang="cs-CZ" smtClean="0"/>
              <a:t>09.01.2026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20CBA256-84ED-B8C1-B719-3449E31AB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E34F7EB6-0F42-2E1B-EAD2-BDFF409F0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3569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10377D2-EF42-716F-7CCE-E84180223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452646C1-6924-A4F0-21CF-404B883E5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88B60-0EFA-47F0-9D78-8C7CDA0D35D3}" type="datetime1">
              <a:rPr lang="cs-CZ" smtClean="0"/>
              <a:t>09.01.2026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B603A79-75B8-D2C1-0ED0-E23BCEE7E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3957AA9-0935-E9B7-CB4C-E99619E5B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18195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6F4B12A3-4B3E-20C6-F1B0-D15A5287F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3DE51-7F87-421C-A517-74E596B18519}" type="datetime1">
              <a:rPr lang="cs-CZ" smtClean="0"/>
              <a:t>09.01.2026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2E5392C-4E30-6910-F654-E60DBEACC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4C0BAD8-4C20-B59D-9850-66DDD5213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76641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D0562D7-A549-0FED-2876-9D8087856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29A0BE5-D8B5-B455-0FDC-35A4EB733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851D73E3-55CC-6E99-43F1-AB88753FE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C862953-26F3-6254-2429-E61702186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D6711-8388-4D3C-A4AA-83DB4F7AAECE}" type="datetime1">
              <a:rPr lang="cs-CZ" smtClean="0"/>
              <a:t>09.01.2026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6741F4D-9CAF-F560-7764-270D1BDF5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6FD0E73-1218-AD98-062A-E3F1C5B2F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4586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290D89-D839-A5B6-209B-464ECAAD1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43A91F69-D89F-0496-FDDC-4D67434BDF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779868A-A29D-8270-6E0D-F670893FD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BE94845-6AEB-4471-E4C8-8F7D34F7B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8510-50E9-43E5-8A29-89279FC1C460}" type="datetime1">
              <a:rPr lang="cs-CZ" smtClean="0"/>
              <a:t>09.01.2026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E26B64E-A4E3-2DD3-D4F0-76DE6C593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FFC9E85-7AE4-DCD3-295E-4D14269CA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35046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179E1A9-2295-27F6-5EAB-2D298FD64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6C9B1AB-A274-4464-50DD-91C44C00C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E2EF003-2088-24FF-27CA-F030BB2D7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2616E-57A4-4948-AF6A-5E925881119F}" type="datetime1">
              <a:rPr lang="cs-CZ" smtClean="0"/>
              <a:t>09.01.2026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5A743D3-B034-4A9E-E1B9-AAE80A42D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BE6E42D-E0BC-6878-668D-022A617E8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0414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5C4A66DD-614F-A4B2-EA0D-FFBFEAFE97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D77503E3-E229-74CC-8AFA-D57E46282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96DF2A4-D518-9996-1267-E898720C4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F0164-B0D5-45E0-A667-9B94CF560E0F}" type="datetime1">
              <a:rPr lang="cs-CZ" smtClean="0"/>
              <a:t>09.01.2026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2359AFB-AC5F-60C1-67E5-A5DD58F0A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FC05C47-BC9D-5DF3-1DE6-4FD819D83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95382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96C76FA2-80DD-9AA2-577D-3154C4013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10EE325-0200-9A25-B20B-24BA0B8D7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91CB27B-DB56-E94D-71A9-6E6072C7DB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A7C216-6CF7-4E68-AFFC-5B76B4DF4B43}" type="datetime1">
              <a:rPr lang="cs-CZ" smtClean="0"/>
              <a:t>09.01.2026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B3EB823-CC43-818E-5E28-E10FB0824B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5F831C3-8F7F-D04C-3AB5-B0173C194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29252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Obrázek 14" descr="Obsah obrázku kresba, skica, umění, hvězda&#10;&#10;Obsah generovaný pomocí AI může být nesprávný.">
            <a:extLst>
              <a:ext uri="{FF2B5EF4-FFF2-40B4-BE49-F238E27FC236}">
                <a16:creationId xmlns:a16="http://schemas.microsoft.com/office/drawing/2014/main" id="{C837C73F-2EC3-15F9-0108-F3FEC8CEEF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303" y="3996349"/>
            <a:ext cx="1825390" cy="1825390"/>
          </a:xfrm>
          <a:prstGeom prst="rect">
            <a:avLst/>
          </a:prstGeom>
        </p:spPr>
      </p:pic>
      <p:sp>
        <p:nvSpPr>
          <p:cNvPr id="14" name="Podnadpis 2">
            <a:extLst>
              <a:ext uri="{FF2B5EF4-FFF2-40B4-BE49-F238E27FC236}">
                <a16:creationId xmlns:a16="http://schemas.microsoft.com/office/drawing/2014/main" id="{1DAA93D5-CB62-9A2F-0362-48716EC857F7}"/>
              </a:ext>
            </a:extLst>
          </p:cNvPr>
          <p:cNvSpPr txBox="1">
            <a:spLocks/>
          </p:cNvSpPr>
          <p:nvPr/>
        </p:nvSpPr>
        <p:spPr>
          <a:xfrm>
            <a:off x="3559919" y="5862499"/>
            <a:ext cx="5072162" cy="88927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3200" noProof="0" dirty="0">
                <a:latin typeface="Bierstadt Display"/>
              </a:rPr>
              <a:t>Savva Popov</a:t>
            </a:r>
          </a:p>
          <a:p>
            <a:r>
              <a:rPr lang="cs-CZ" sz="1800" noProof="0" dirty="0">
                <a:latin typeface="Bierstadt Display"/>
              </a:rPr>
              <a:t>Vedoucí práce: Ing. Jaroslav Bušek Ph.D. </a:t>
            </a:r>
          </a:p>
        </p:txBody>
      </p:sp>
      <p:pic>
        <p:nvPicPr>
          <p:cNvPr id="5" name="Obrázek 4" descr="Obsah obrázku text, Písmo, snímek obrazovky, symbol&#10;&#10;Obsah vygenerovaný umělou inteligencí může být nesprávný.">
            <a:extLst>
              <a:ext uri="{FF2B5EF4-FFF2-40B4-BE49-F238E27FC236}">
                <a16:creationId xmlns:a16="http://schemas.microsoft.com/office/drawing/2014/main" id="{DAB4F7AE-6E0E-7D6B-A76E-3A8BBA5CB9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256" y="876607"/>
            <a:ext cx="4737485" cy="599513"/>
          </a:xfrm>
          <a:prstGeom prst="rect">
            <a:avLst/>
          </a:prstGeom>
        </p:spPr>
      </p:pic>
      <p:cxnSp>
        <p:nvCxnSpPr>
          <p:cNvPr id="7" name="Přímá spojnice 6">
            <a:extLst>
              <a:ext uri="{FF2B5EF4-FFF2-40B4-BE49-F238E27FC236}">
                <a16:creationId xmlns:a16="http://schemas.microsoft.com/office/drawing/2014/main" id="{970708DE-F983-561D-9927-6353C199E6B6}"/>
              </a:ext>
            </a:extLst>
          </p:cNvPr>
          <p:cNvCxnSpPr>
            <a:cxnSpLocks/>
          </p:cNvCxnSpPr>
          <p:nvPr/>
        </p:nvCxnSpPr>
        <p:spPr>
          <a:xfrm>
            <a:off x="2951501" y="2513179"/>
            <a:ext cx="6452396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620C44FC-C96E-ABFA-6365-2B7D0052B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5420" y="6299201"/>
            <a:ext cx="2743200" cy="365125"/>
          </a:xfrm>
        </p:spPr>
        <p:txBody>
          <a:bodyPr/>
          <a:lstStyle/>
          <a:p>
            <a:fld id="{2979CB7F-248F-44F9-B6C1-082FE5C3E239}" type="datetime1">
              <a:rPr lang="cs-CZ" noProof="0" smtClean="0"/>
              <a:t>09.01.2026</a:t>
            </a:fld>
            <a:endParaRPr lang="cs-CZ" noProof="0" dirty="0"/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D426D66A-E7B3-7707-405A-C99A947EB226}"/>
              </a:ext>
            </a:extLst>
          </p:cNvPr>
          <p:cNvSpPr txBox="1"/>
          <p:nvPr/>
        </p:nvSpPr>
        <p:spPr>
          <a:xfrm>
            <a:off x="3301053" y="2677475"/>
            <a:ext cx="5753292" cy="104644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cs-CZ" sz="4400" noProof="0" dirty="0">
                <a:latin typeface="Bahnschrift" panose="020B0502040204020203" pitchFamily="34" charset="0"/>
              </a:rPr>
              <a:t>Souřadnicový Kompas</a:t>
            </a:r>
          </a:p>
          <a:p>
            <a:pPr algn="ctr"/>
            <a:r>
              <a:rPr lang="cs-CZ" noProof="0" dirty="0">
                <a:latin typeface="Bahnschrift" panose="020B0502040204020203" pitchFamily="34" charset="0"/>
              </a:rPr>
              <a:t>Průběžná realizace</a:t>
            </a:r>
          </a:p>
        </p:txBody>
      </p:sp>
      <p:cxnSp>
        <p:nvCxnSpPr>
          <p:cNvPr id="22" name="Přímá spojnice 21">
            <a:extLst>
              <a:ext uri="{FF2B5EF4-FFF2-40B4-BE49-F238E27FC236}">
                <a16:creationId xmlns:a16="http://schemas.microsoft.com/office/drawing/2014/main" id="{D3DED0F0-4A1D-07E2-F0CA-92676A644B03}"/>
              </a:ext>
            </a:extLst>
          </p:cNvPr>
          <p:cNvCxnSpPr>
            <a:cxnSpLocks/>
          </p:cNvCxnSpPr>
          <p:nvPr/>
        </p:nvCxnSpPr>
        <p:spPr>
          <a:xfrm>
            <a:off x="2794182" y="5711891"/>
            <a:ext cx="6452396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60B4FCAE-A2B0-8553-5D89-6AB5A6D77B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8517254" y="2333486"/>
            <a:ext cx="4782166" cy="1716487"/>
          </a:xfrm>
          <a:prstGeom prst="rect">
            <a:avLst/>
          </a:prstGeom>
        </p:spPr>
      </p:pic>
      <p:cxnSp>
        <p:nvCxnSpPr>
          <p:cNvPr id="9" name="Přímá spojnice 8">
            <a:extLst>
              <a:ext uri="{FF2B5EF4-FFF2-40B4-BE49-F238E27FC236}">
                <a16:creationId xmlns:a16="http://schemas.microsoft.com/office/drawing/2014/main" id="{289A37EF-D379-F876-04BE-0EC5505B232B}"/>
              </a:ext>
            </a:extLst>
          </p:cNvPr>
          <p:cNvCxnSpPr>
            <a:cxnSpLocks/>
          </p:cNvCxnSpPr>
          <p:nvPr/>
        </p:nvCxnSpPr>
        <p:spPr>
          <a:xfrm>
            <a:off x="3794153" y="3996349"/>
            <a:ext cx="4767091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Grafický objekt 11">
            <a:extLst>
              <a:ext uri="{FF2B5EF4-FFF2-40B4-BE49-F238E27FC236}">
                <a16:creationId xmlns:a16="http://schemas.microsoft.com/office/drawing/2014/main" id="{6F10C73A-DFCC-F13D-F3B1-BD1C95A09B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-1107420" y="2333485"/>
            <a:ext cx="4782166" cy="171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898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D5C0E-A70C-DA85-8FD9-75CB86F35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noProof="0" dirty="0"/>
              <a:t>KONSTRUKCE - REALIZACE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80127-2B4F-BE5E-FFB7-CD0E6DE5E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2918" cy="4351338"/>
          </a:xfrm>
        </p:spPr>
        <p:txBody>
          <a:bodyPr/>
          <a:lstStyle/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cs-CZ" noProof="0" dirty="0"/>
              <a:t>Hotový 3D model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cs-CZ" noProof="0" dirty="0"/>
              <a:t>Připravený filament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cs-CZ" noProof="0" dirty="0"/>
              <a:t>Připravené venkovní materiály:</a:t>
            </a:r>
            <a:br>
              <a:rPr lang="cs-CZ" noProof="0" dirty="0"/>
            </a:br>
            <a:r>
              <a:rPr lang="cs-CZ" noProof="0" dirty="0"/>
              <a:t>USB-C záklopka, tlačítka, spínač, kontrolky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cs-CZ" noProof="0" dirty="0"/>
              <a:t>Připravený spojovací materiál 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43B3F53F-9D68-1DE6-E5E5-4F83D14794A4}"/>
              </a:ext>
            </a:extLst>
          </p:cNvPr>
          <p:cNvSpPr txBox="1"/>
          <p:nvPr/>
        </p:nvSpPr>
        <p:spPr>
          <a:xfrm>
            <a:off x="11738114" y="82412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latin typeface="Bahnschrift" panose="020B0502040204020203" pitchFamily="34" charset="0"/>
              </a:rPr>
              <a:t>1</a:t>
            </a:r>
            <a:endParaRPr lang="cs-CZ" noProof="0" dirty="0">
              <a:latin typeface="Bahnschrift" panose="020B0502040204020203" pitchFamily="34" charset="0"/>
            </a:endParaRPr>
          </a:p>
        </p:txBody>
      </p:sp>
      <p:pic>
        <p:nvPicPr>
          <p:cNvPr id="9" name="Obrázek 8" descr="Obsah obrázku oranžová&#10;&#10;Obsah generovaný pomocí AI může být nesprávný.">
            <a:extLst>
              <a:ext uri="{FF2B5EF4-FFF2-40B4-BE49-F238E27FC236}">
                <a16:creationId xmlns:a16="http://schemas.microsoft.com/office/drawing/2014/main" id="{008E807B-C0AD-0238-9EB6-A8B218B61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201" y="3429000"/>
            <a:ext cx="6717037" cy="3775224"/>
          </a:xfrm>
          <a:prstGeom prst="rect">
            <a:avLst/>
          </a:prstGeom>
        </p:spPr>
      </p:pic>
      <p:pic>
        <p:nvPicPr>
          <p:cNvPr id="13" name="Obrázek 12" descr="Obsah obrázku auto, oranžová&#10;&#10;Obsah generovaný pomocí AI může být nesprávný.">
            <a:extLst>
              <a:ext uri="{FF2B5EF4-FFF2-40B4-BE49-F238E27FC236}">
                <a16:creationId xmlns:a16="http://schemas.microsoft.com/office/drawing/2014/main" id="{243D3B75-A655-6E81-E5E2-87BFCCA59F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4640" y="-566139"/>
            <a:ext cx="5034158" cy="2831714"/>
          </a:xfrm>
          <a:prstGeom prst="rect">
            <a:avLst/>
          </a:prstGeom>
        </p:spPr>
      </p:pic>
      <p:pic>
        <p:nvPicPr>
          <p:cNvPr id="15" name="Obrázek 14" descr="Obsah obrázku Autodíly, kolo, hračka, Autíčka/letadýlka&#10;&#10;Obsah generovaný pomocí AI může být nesprávný.">
            <a:extLst>
              <a:ext uri="{FF2B5EF4-FFF2-40B4-BE49-F238E27FC236}">
                <a16:creationId xmlns:a16="http://schemas.microsoft.com/office/drawing/2014/main" id="{EA669288-E73B-6B19-848A-7FD99ECDA4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198" y="1728849"/>
            <a:ext cx="5219521" cy="2935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556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FF684-2BB7-64D5-BC0F-DC0BE4554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3E9C4-9079-8085-339D-719CC87D8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noProof="0" dirty="0"/>
              <a:t>KONSTRUKCE - REALIZACE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C8BA4-B032-F959-18DD-B96AA880D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2918" cy="4351338"/>
          </a:xfrm>
        </p:spPr>
        <p:txBody>
          <a:bodyPr/>
          <a:lstStyle/>
          <a:p>
            <a:pPr marL="0" indent="0">
              <a:spcAft>
                <a:spcPts val="1200"/>
              </a:spcAft>
              <a:buNone/>
            </a:pPr>
            <a:r>
              <a:rPr lang="cs-CZ" b="1" noProof="0" dirty="0"/>
              <a:t>JE POTŘEBA: </a:t>
            </a:r>
          </a:p>
          <a:p>
            <a:pPr marL="514350" indent="-514350">
              <a:spcAft>
                <a:spcPts val="1200"/>
              </a:spcAft>
              <a:buFont typeface="+mj-lt"/>
              <a:buAutoNum type="arabicPeriod"/>
            </a:pPr>
            <a:r>
              <a:rPr lang="cs-CZ" noProof="0" dirty="0"/>
              <a:t>Objednat plexi</a:t>
            </a:r>
            <a:r>
              <a:rPr lang="cs-CZ" dirty="0"/>
              <a:t>sklo</a:t>
            </a:r>
          </a:p>
          <a:p>
            <a:pPr marL="514350" indent="-514350">
              <a:spcAft>
                <a:spcPts val="1200"/>
              </a:spcAft>
              <a:buFont typeface="+mj-lt"/>
              <a:buAutoNum type="arabicPeriod"/>
            </a:pPr>
            <a:r>
              <a:rPr lang="cs-CZ" dirty="0"/>
              <a:t>Vytisknout finální model</a:t>
            </a:r>
          </a:p>
          <a:p>
            <a:pPr marL="514350" indent="-514350">
              <a:spcAft>
                <a:spcPts val="1200"/>
              </a:spcAft>
              <a:buFont typeface="+mj-lt"/>
              <a:buAutoNum type="arabicPeriod"/>
            </a:pPr>
            <a:r>
              <a:rPr lang="cs-CZ" noProof="0" dirty="0"/>
              <a:t>Zakomponovat QR kód na Webserver</a:t>
            </a:r>
          </a:p>
          <a:p>
            <a:pPr marL="514350" indent="-514350">
              <a:spcAft>
                <a:spcPts val="1200"/>
              </a:spcAft>
              <a:buFont typeface="+mj-lt"/>
              <a:buAutoNum type="arabicPeriod"/>
            </a:pPr>
            <a:r>
              <a:rPr lang="cs-CZ" dirty="0"/>
              <a:t>Zjistit zda-</a:t>
            </a:r>
            <a:r>
              <a:rPr lang="cs-CZ" dirty="0" err="1"/>
              <a:t>li</a:t>
            </a:r>
            <a:r>
              <a:rPr lang="cs-CZ" dirty="0"/>
              <a:t> všechno sedí</a:t>
            </a:r>
            <a:endParaRPr lang="cs-CZ" noProof="0" dirty="0"/>
          </a:p>
          <a:p>
            <a:pPr marL="514350" indent="-514350">
              <a:spcAft>
                <a:spcPts val="1200"/>
              </a:spcAft>
              <a:buFont typeface="+mj-lt"/>
              <a:buAutoNum type="arabicPeriod"/>
            </a:pPr>
            <a:endParaRPr lang="cs-CZ" noProof="0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8DE6F9AD-CD69-65D3-BEEC-DEA31AC61A48}"/>
              </a:ext>
            </a:extLst>
          </p:cNvPr>
          <p:cNvSpPr txBox="1"/>
          <p:nvPr/>
        </p:nvSpPr>
        <p:spPr>
          <a:xfrm>
            <a:off x="11738114" y="82412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noProof="0" dirty="0">
                <a:latin typeface="Bahnschrift" panose="020B0502040204020203" pitchFamily="34" charset="0"/>
              </a:rPr>
              <a:t>2</a:t>
            </a:r>
          </a:p>
        </p:txBody>
      </p:sp>
      <p:pic>
        <p:nvPicPr>
          <p:cNvPr id="6" name="Obrázek 5" descr="Obsah obrázku text, design&#10;&#10;Obsah generovaný pomocí AI může být nesprávný.">
            <a:extLst>
              <a:ext uri="{FF2B5EF4-FFF2-40B4-BE49-F238E27FC236}">
                <a16:creationId xmlns:a16="http://schemas.microsoft.com/office/drawing/2014/main" id="{D8F872A8-BD33-66F3-7C59-45E54576A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7052" y="3555548"/>
            <a:ext cx="3246748" cy="25388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26" name="Picture 2" descr="Plexisklo čiré 2 mm PLEXIGLAS® XT">
            <a:extLst>
              <a:ext uri="{FF2B5EF4-FFF2-40B4-BE49-F238E27FC236}">
                <a16:creationId xmlns:a16="http://schemas.microsoft.com/office/drawing/2014/main" id="{84C2F66E-78BF-7465-F2A4-7A55E3437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9324" y="1580815"/>
            <a:ext cx="2155455" cy="15088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6551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E05F1-9610-9CB6-CC92-0A78A8B98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1DA320-E3E1-0F28-F1AA-A61279A59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479082" cy="1325563"/>
          </a:xfrm>
        </p:spPr>
        <p:txBody>
          <a:bodyPr/>
          <a:lstStyle/>
          <a:p>
            <a:r>
              <a:rPr lang="cs-CZ" b="1" noProof="0" dirty="0">
                <a:latin typeface="Bahnschrift" panose="020B0502040204020203" pitchFamily="34" charset="0"/>
              </a:rPr>
              <a:t>PCB - REALIZACE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D00A3556-F086-018A-4B7A-D72433E0311F}"/>
              </a:ext>
            </a:extLst>
          </p:cNvPr>
          <p:cNvSpPr txBox="1"/>
          <p:nvPr/>
        </p:nvSpPr>
        <p:spPr>
          <a:xfrm>
            <a:off x="11738114" y="82412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noProof="0" dirty="0">
                <a:latin typeface="Bahnschrift" panose="020B0502040204020203" pitchFamily="34" charset="0"/>
              </a:rPr>
              <a:t>3</a:t>
            </a:r>
          </a:p>
        </p:txBody>
      </p:sp>
      <p:pic>
        <p:nvPicPr>
          <p:cNvPr id="10" name="Obrázek 9" descr="Obsah obrázku Elektronická součástka, Elektronické inženýrství, Obvodoví součástka, elektronika&#10;&#10;Obsah generovaný pomocí AI může být nesprávný.">
            <a:extLst>
              <a:ext uri="{FF2B5EF4-FFF2-40B4-BE49-F238E27FC236}">
                <a16:creationId xmlns:a16="http://schemas.microsoft.com/office/drawing/2014/main" id="{1A3ECA1A-E505-CA93-AB8B-ADB565016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089" y="1382933"/>
            <a:ext cx="8002388" cy="4501344"/>
          </a:xfrm>
          <a:prstGeom prst="rect">
            <a:avLst/>
          </a:prstGeom>
        </p:spPr>
      </p:pic>
      <p:sp>
        <p:nvSpPr>
          <p:cNvPr id="16" name="Zástupný obsah 15">
            <a:extLst>
              <a:ext uri="{FF2B5EF4-FFF2-40B4-BE49-F238E27FC236}">
                <a16:creationId xmlns:a16="http://schemas.microsoft.com/office/drawing/2014/main" id="{A8E96A6E-7BDF-F940-87F6-426D05BBE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782056" cy="4351338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cs-CZ" dirty="0"/>
              <a:t>Osazeny hlavní PCB (kromě IMU)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cs-CZ" dirty="0"/>
              <a:t>Nabíjení funguje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cs-CZ" dirty="0"/>
              <a:t>DC-DC zdroje jsou funkční</a:t>
            </a:r>
            <a:br>
              <a:rPr lang="cs-CZ" dirty="0"/>
            </a:br>
            <a:r>
              <a:rPr lang="cs-CZ" dirty="0"/>
              <a:t>(až na jednu výjimku)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cs-CZ" dirty="0"/>
              <a:t>Blink na ESP funguje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cs-CZ" dirty="0">
                <a:latin typeface="Bierstadt" panose="020B0004020202020204" pitchFamily="34" charset="0"/>
              </a:rPr>
              <a:t>Osazeny UI PCB a Střelka PCB je v procesu osazení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cs-CZ" dirty="0">
                <a:latin typeface="Bierstadt" panose="020B0004020202020204" pitchFamily="34" charset="0"/>
              </a:rPr>
              <a:t>Všechny součástky dorazili (skoro)</a:t>
            </a:r>
          </a:p>
        </p:txBody>
      </p:sp>
    </p:spTree>
    <p:extLst>
      <p:ext uri="{BB962C8B-B14F-4D97-AF65-F5344CB8AC3E}">
        <p14:creationId xmlns:p14="http://schemas.microsoft.com/office/powerpoint/2010/main" val="3194482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D27BE-BCE8-6BD9-8DCF-399012758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6D627B5-7063-B313-335A-C97260FC5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86" y="256534"/>
            <a:ext cx="10899914" cy="1325563"/>
          </a:xfrm>
        </p:spPr>
        <p:txBody>
          <a:bodyPr/>
          <a:lstStyle/>
          <a:p>
            <a:r>
              <a:rPr lang="cs-CZ" b="1" dirty="0">
                <a:latin typeface="Bahnschrift" panose="020B0502040204020203" pitchFamily="34" charset="0"/>
              </a:rPr>
              <a:t>PCB - REALIZACE</a:t>
            </a:r>
            <a:endParaRPr lang="cs-CZ" b="1" noProof="0" dirty="0">
              <a:latin typeface="Bahnschrift" panose="020B0502040204020203" pitchFamily="34" charset="0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52FC5B0-7BF3-D943-1BC0-9168359BB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886" y="1368414"/>
            <a:ext cx="5900675" cy="53139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Clr>
                <a:schemeClr val="tx1"/>
              </a:buClr>
              <a:buNone/>
            </a:pPr>
            <a:r>
              <a:rPr lang="cs-CZ" b="1" noProof="0" dirty="0">
                <a:latin typeface="Bierstadt" panose="020B0004020202020204" pitchFamily="34" charset="0"/>
              </a:rPr>
              <a:t>PROBLÉMY:</a:t>
            </a:r>
          </a:p>
          <a:p>
            <a:pPr marL="514350" indent="-514350">
              <a:lnSpc>
                <a:spcPct val="10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cs-CZ" dirty="0">
                <a:latin typeface="Bierstadt" panose="020B0004020202020204" pitchFamily="34" charset="0"/>
              </a:rPr>
              <a:t>DC-DC 3v3 zdroj </a:t>
            </a:r>
            <a:r>
              <a:rPr lang="cs-CZ" dirty="0" err="1">
                <a:latin typeface="Bierstadt" panose="020B0004020202020204" pitchFamily="34" charset="0"/>
              </a:rPr>
              <a:t>brown</a:t>
            </a:r>
            <a:r>
              <a:rPr lang="cs-CZ" dirty="0">
                <a:latin typeface="Bierstadt" panose="020B0004020202020204" pitchFamily="34" charset="0"/>
              </a:rPr>
              <a:t>-out</a:t>
            </a:r>
          </a:p>
          <a:p>
            <a:pPr marL="514350" indent="-514350">
              <a:lnSpc>
                <a:spcPct val="10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cs-CZ" noProof="0" dirty="0">
                <a:latin typeface="Bierstadt" panose="020B0004020202020204" pitchFamily="34" charset="0"/>
              </a:rPr>
              <a:t>IMU a LNA na LCSC</a:t>
            </a:r>
          </a:p>
          <a:p>
            <a:pPr marL="514350" indent="-514350">
              <a:lnSpc>
                <a:spcPct val="10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cs-CZ" dirty="0">
                <a:latin typeface="Bierstadt" panose="020B0004020202020204" pitchFamily="34" charset="0"/>
              </a:rPr>
              <a:t>Nejistota osazených součástek </a:t>
            </a:r>
            <a:br>
              <a:rPr lang="cs-CZ" dirty="0">
                <a:latin typeface="Bierstadt" panose="020B0004020202020204" pitchFamily="34" charset="0"/>
              </a:rPr>
            </a:br>
            <a:r>
              <a:rPr lang="cs-CZ" dirty="0">
                <a:latin typeface="Bierstadt" panose="020B0004020202020204" pitchFamily="34" charset="0"/>
              </a:rPr>
              <a:t>BGA/QFN pouzdra</a:t>
            </a:r>
          </a:p>
          <a:p>
            <a:pPr marL="514350" indent="-514350">
              <a:lnSpc>
                <a:spcPct val="10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cs-CZ" noProof="0" dirty="0">
                <a:latin typeface="Bierstadt" panose="020B0004020202020204" pitchFamily="34" charset="0"/>
              </a:rPr>
              <a:t>Chyby v </a:t>
            </a:r>
            <a:r>
              <a:rPr lang="cs-CZ" dirty="0">
                <a:latin typeface="Bierstadt" panose="020B0004020202020204" pitchFamily="34" charset="0"/>
              </a:rPr>
              <a:t>potisku</a:t>
            </a:r>
          </a:p>
          <a:p>
            <a:pPr marL="514350" indent="-514350">
              <a:lnSpc>
                <a:spcPct val="10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cs-CZ" dirty="0">
                <a:latin typeface="Bierstadt" panose="020B0004020202020204" pitchFamily="34" charset="0"/>
              </a:rPr>
              <a:t>Akumulátor má konektor JST-XH</a:t>
            </a:r>
            <a:endParaRPr lang="cs-CZ" noProof="0" dirty="0">
              <a:latin typeface="Bierstadt" panose="020B0004020202020204" pitchFamily="34" charset="0"/>
            </a:endParaRPr>
          </a:p>
          <a:p>
            <a:pPr marL="514350" indent="-514350">
              <a:lnSpc>
                <a:spcPct val="100000"/>
              </a:lnSpc>
              <a:buClr>
                <a:schemeClr val="tx1"/>
              </a:buClr>
              <a:buFont typeface="+mj-lt"/>
              <a:buAutoNum type="arabicPeriod"/>
            </a:pPr>
            <a:endParaRPr lang="cs-CZ" noProof="0" dirty="0">
              <a:latin typeface="Bierstadt" panose="020B0004020202020204" pitchFamily="34" charset="0"/>
            </a:endParaRP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cs-CZ" sz="2400" noProof="0" dirty="0">
              <a:latin typeface="Bierstadt" panose="020B0004020202020204" pitchFamily="34" charset="0"/>
            </a:endParaRP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91989CB1-1A45-7155-C56A-3600DB763D58}"/>
              </a:ext>
            </a:extLst>
          </p:cNvPr>
          <p:cNvSpPr txBox="1"/>
          <p:nvPr/>
        </p:nvSpPr>
        <p:spPr>
          <a:xfrm>
            <a:off x="11738114" y="82412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noProof="0" dirty="0">
                <a:latin typeface="Bahnschrift" panose="020B0502040204020203" pitchFamily="34" charset="0"/>
              </a:rPr>
              <a:t>4</a:t>
            </a:r>
          </a:p>
        </p:txBody>
      </p:sp>
      <p:pic>
        <p:nvPicPr>
          <p:cNvPr id="8" name="Zástupný obsah 7" descr="Obsah obrázku Elektronická součástka, Obvodoví součástka, Elektronické inženýrství, elektronika&#10;&#10;Obsah generovaný pomocí AI může být nesprávný.">
            <a:extLst>
              <a:ext uri="{FF2B5EF4-FFF2-40B4-BE49-F238E27FC236}">
                <a16:creationId xmlns:a16="http://schemas.microsoft.com/office/drawing/2014/main" id="{E27D987E-B96B-AE3B-21F1-5F5A1D2FF8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734" y="3668987"/>
            <a:ext cx="5493637" cy="3090170"/>
          </a:xfrm>
          <a:prstGeom prst="rect">
            <a:avLst/>
          </a:prstGeom>
        </p:spPr>
      </p:pic>
      <p:pic>
        <p:nvPicPr>
          <p:cNvPr id="12" name="Obrázek 11">
            <a:extLst>
              <a:ext uri="{FF2B5EF4-FFF2-40B4-BE49-F238E27FC236}">
                <a16:creationId xmlns:a16="http://schemas.microsoft.com/office/drawing/2014/main" id="{9D4D80DC-C7F5-78E9-B9DA-F2B795D6FD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15643">
            <a:off x="7826792" y="2074457"/>
            <a:ext cx="6291714" cy="3539089"/>
          </a:xfrm>
          <a:prstGeom prst="rect">
            <a:avLst/>
          </a:prstGeom>
        </p:spPr>
      </p:pic>
      <p:pic>
        <p:nvPicPr>
          <p:cNvPr id="14" name="Obrázek 13" descr="Obsah obrázku kruh, logo, emblém, Obchodní značka&#10;&#10;Obsah generovaný pomocí AI může být nesprávný.">
            <a:extLst>
              <a:ext uri="{FF2B5EF4-FFF2-40B4-BE49-F238E27FC236}">
                <a16:creationId xmlns:a16="http://schemas.microsoft.com/office/drawing/2014/main" id="{AD58584E-68EC-E3D5-78DD-E24C4F342F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843" y="706250"/>
            <a:ext cx="5900675" cy="331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221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40047-1B7E-B651-85AF-C11C4E9C0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1566AF-34A0-093E-664E-94D33EEA5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86" y="256534"/>
            <a:ext cx="10899914" cy="1325563"/>
          </a:xfrm>
        </p:spPr>
        <p:txBody>
          <a:bodyPr/>
          <a:lstStyle/>
          <a:p>
            <a:r>
              <a:rPr lang="cs-CZ" b="1" dirty="0">
                <a:latin typeface="Bahnschrift" panose="020B0502040204020203" pitchFamily="34" charset="0"/>
              </a:rPr>
              <a:t>PROGRAM - REALIZACE</a:t>
            </a:r>
            <a:endParaRPr lang="cs-CZ" b="1" noProof="0" dirty="0">
              <a:latin typeface="Bahnschrift" panose="020B0502040204020203" pitchFamily="34" charset="0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DB3EEBF-788C-9191-A27B-6743412EF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886" y="1368414"/>
            <a:ext cx="5900675" cy="531393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cs-CZ" noProof="0" dirty="0">
                <a:latin typeface="Bierstadt" panose="020B0004020202020204" pitchFamily="34" charset="0"/>
              </a:rPr>
              <a:t>Hotová web stránka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cs-CZ" dirty="0">
                <a:latin typeface="Bierstadt" panose="020B0004020202020204" pitchFamily="34" charset="0"/>
              </a:rPr>
              <a:t>Program pro kalkulace vzdáleností a úhlu natočení 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cs-CZ" noProof="0" dirty="0">
                <a:latin typeface="Bierstadt" panose="020B0004020202020204" pitchFamily="34" charset="0"/>
              </a:rPr>
              <a:t>7 funkční zobrazení vzdálenosti</a:t>
            </a:r>
          </a:p>
          <a:p>
            <a:pPr marL="0" indent="0">
              <a:lnSpc>
                <a:spcPct val="100000"/>
              </a:lnSpc>
              <a:buClr>
                <a:schemeClr val="tx1"/>
              </a:buClr>
              <a:buNone/>
            </a:pPr>
            <a:r>
              <a:rPr lang="cs-CZ" b="1" noProof="0" dirty="0">
                <a:latin typeface="Bierstadt" panose="020B0004020202020204" pitchFamily="34" charset="0"/>
              </a:rPr>
              <a:t>POTŘEBA DODĚLAT:</a:t>
            </a:r>
          </a:p>
          <a:p>
            <a:pPr marL="514350" indent="-514350">
              <a:lnSpc>
                <a:spcPct val="10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cs-CZ" noProof="0" dirty="0">
                <a:latin typeface="Bierstadt" panose="020B0004020202020204" pitchFamily="34" charset="0"/>
              </a:rPr>
              <a:t>Spoustu věcí</a:t>
            </a:r>
          </a:p>
          <a:p>
            <a:pPr marL="0" indent="0">
              <a:lnSpc>
                <a:spcPct val="100000"/>
              </a:lnSpc>
              <a:buClr>
                <a:schemeClr val="tx1"/>
              </a:buClr>
              <a:buNone/>
            </a:pPr>
            <a:endParaRPr lang="cs-CZ" noProof="0" dirty="0">
              <a:latin typeface="Bierstadt" panose="020B0004020202020204" pitchFamily="34" charset="0"/>
            </a:endParaRPr>
          </a:p>
          <a:p>
            <a:pPr marL="0" indent="0">
              <a:lnSpc>
                <a:spcPct val="100000"/>
              </a:lnSpc>
              <a:buClr>
                <a:schemeClr val="tx1"/>
              </a:buClr>
              <a:buNone/>
            </a:pPr>
            <a:r>
              <a:rPr lang="cs-CZ" b="1" dirty="0">
                <a:latin typeface="Bierstadt" panose="020B0004020202020204" pitchFamily="34" charset="0"/>
              </a:rPr>
              <a:t>SSID: GPS-Compass</a:t>
            </a:r>
          </a:p>
          <a:p>
            <a:pPr marL="0" indent="0">
              <a:lnSpc>
                <a:spcPct val="100000"/>
              </a:lnSpc>
              <a:buClr>
                <a:schemeClr val="tx1"/>
              </a:buClr>
              <a:buNone/>
            </a:pPr>
            <a:r>
              <a:rPr lang="cs-CZ" b="1" noProof="0" dirty="0" err="1">
                <a:latin typeface="Bierstadt" panose="020B0004020202020204" pitchFamily="34" charset="0"/>
              </a:rPr>
              <a:t>Pass</a:t>
            </a:r>
            <a:r>
              <a:rPr lang="cs-CZ" b="1" noProof="0" dirty="0">
                <a:latin typeface="Bierstadt" panose="020B0004020202020204" pitchFamily="34" charset="0"/>
              </a:rPr>
              <a:t>: bismarx123</a:t>
            </a:r>
          </a:p>
          <a:p>
            <a:pPr marL="514350" indent="-514350">
              <a:lnSpc>
                <a:spcPct val="100000"/>
              </a:lnSpc>
              <a:buClr>
                <a:schemeClr val="tx1"/>
              </a:buClr>
              <a:buFont typeface="+mj-lt"/>
              <a:buAutoNum type="arabicPeriod"/>
            </a:pPr>
            <a:endParaRPr lang="cs-CZ" noProof="0" dirty="0">
              <a:latin typeface="Bierstadt" panose="020B0004020202020204" pitchFamily="34" charset="0"/>
            </a:endParaRPr>
          </a:p>
          <a:p>
            <a:pPr marL="0" indent="0">
              <a:lnSpc>
                <a:spcPct val="100000"/>
              </a:lnSpc>
              <a:buClr>
                <a:schemeClr val="tx1"/>
              </a:buClr>
              <a:buNone/>
            </a:pPr>
            <a:endParaRPr lang="cs-CZ" noProof="0" dirty="0">
              <a:latin typeface="Bierstadt" panose="020B0004020202020204" pitchFamily="34" charset="0"/>
            </a:endParaRP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cs-CZ" noProof="0" dirty="0">
              <a:latin typeface="Bierstadt" panose="020B0004020202020204" pitchFamily="34" charset="0"/>
            </a:endParaRP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cs-CZ" sz="2400" noProof="0" dirty="0">
              <a:latin typeface="Bierstadt" panose="020B0004020202020204" pitchFamily="34" charset="0"/>
            </a:endParaRP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11AC5BE8-654B-132D-E5EF-3C551703D9B5}"/>
              </a:ext>
            </a:extLst>
          </p:cNvPr>
          <p:cNvSpPr txBox="1"/>
          <p:nvPr/>
        </p:nvSpPr>
        <p:spPr>
          <a:xfrm>
            <a:off x="11738114" y="82412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latin typeface="Bahnschrift" panose="020B0502040204020203" pitchFamily="34" charset="0"/>
              </a:rPr>
              <a:t>5</a:t>
            </a:r>
            <a:endParaRPr lang="cs-CZ" noProof="0" dirty="0">
              <a:latin typeface="Bahnschrift" panose="020B0502040204020203" pitchFamily="34" charset="0"/>
            </a:endParaRPr>
          </a:p>
        </p:txBody>
      </p:sp>
      <p:pic>
        <p:nvPicPr>
          <p:cNvPr id="11" name="Obrázek 10" descr="Obsah obrázku text, snímek obrazovky, Písmo&#10;&#10;Obsah generovaný pomocí AI může být nesprávný.">
            <a:extLst>
              <a:ext uri="{FF2B5EF4-FFF2-40B4-BE49-F238E27FC236}">
                <a16:creationId xmlns:a16="http://schemas.microsoft.com/office/drawing/2014/main" id="{3A320A48-AC14-1D17-3FDA-4F4C3B072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9833" y="609782"/>
            <a:ext cx="3326867" cy="17083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Obrázek 14" descr="Obsah obrázku text, snímek obrazovky, software, Písmo&#10;&#10;Obsah generovaný pomocí AI může být nesprávný.">
            <a:extLst>
              <a:ext uri="{FF2B5EF4-FFF2-40B4-BE49-F238E27FC236}">
                <a16:creationId xmlns:a16="http://schemas.microsoft.com/office/drawing/2014/main" id="{579044E0-0085-5AEF-241E-4D83F3A0B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563" y="2554448"/>
            <a:ext cx="3161907" cy="40470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Grafický objekt 16">
            <a:extLst>
              <a:ext uri="{FF2B5EF4-FFF2-40B4-BE49-F238E27FC236}">
                <a16:creationId xmlns:a16="http://schemas.microsoft.com/office/drawing/2014/main" id="{AF8C00AF-74C2-5312-CF67-C731C0804A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36456" y="3412009"/>
            <a:ext cx="2836209" cy="283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405852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avvas #1">
      <a:majorFont>
        <a:latin typeface="Bahnschrif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0a7c0b2-3957-4ee6-848f-03628eecaa2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76C6F4E2F935740B0FBB8A41883C973" ma:contentTypeVersion="12" ma:contentTypeDescription="Vytvoří nový dokument" ma:contentTypeScope="" ma:versionID="888996ad8978cf62e8e46d9887be6a3d">
  <xsd:schema xmlns:xsd="http://www.w3.org/2001/XMLSchema" xmlns:xs="http://www.w3.org/2001/XMLSchema" xmlns:p="http://schemas.microsoft.com/office/2006/metadata/properties" xmlns:ns3="30a7c0b2-3957-4ee6-848f-03628eecaa28" targetNamespace="http://schemas.microsoft.com/office/2006/metadata/properties" ma:root="true" ma:fieldsID="38c968d1977a914dc95045218291605b" ns3:_="">
    <xsd:import namespace="30a7c0b2-3957-4ee6-848f-03628eecaa2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a7c0b2-3957-4ee6-848f-03628eecaa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19B209-3B7C-4562-890E-C2B0F0505A6D}">
  <ds:schemaRefs>
    <ds:schemaRef ds:uri="http://schemas.microsoft.com/office/2006/documentManagement/types"/>
    <ds:schemaRef ds:uri="http://www.w3.org/XML/1998/namespace"/>
    <ds:schemaRef ds:uri="http://purl.org/dc/dcmitype/"/>
    <ds:schemaRef ds:uri="http://purl.org/dc/terms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30a7c0b2-3957-4ee6-848f-03628eecaa28"/>
  </ds:schemaRefs>
</ds:datastoreItem>
</file>

<file path=customXml/itemProps2.xml><?xml version="1.0" encoding="utf-8"?>
<ds:datastoreItem xmlns:ds="http://schemas.openxmlformats.org/officeDocument/2006/customXml" ds:itemID="{F8552F1C-7966-455F-8874-F8154CF790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E05BEC0-A166-47F6-AE78-BF9704FB4B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a7c0b2-3957-4ee6-848f-03628eecaa2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2567</TotalTime>
  <Words>167</Words>
  <Application>Microsoft Office PowerPoint</Application>
  <PresentationFormat>Širokoúhlá obrazovka</PresentationFormat>
  <Paragraphs>46</Paragraphs>
  <Slides>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13" baseType="lpstr">
      <vt:lpstr>Aptos</vt:lpstr>
      <vt:lpstr>Arial</vt:lpstr>
      <vt:lpstr>Bahnschrift</vt:lpstr>
      <vt:lpstr>Bierstadt</vt:lpstr>
      <vt:lpstr>Bierstadt Display</vt:lpstr>
      <vt:lpstr>Wingdings</vt:lpstr>
      <vt:lpstr>Motiv Office</vt:lpstr>
      <vt:lpstr>Prezentace aplikace PowerPoint</vt:lpstr>
      <vt:lpstr>KONSTRUKCE - REALIZACE</vt:lpstr>
      <vt:lpstr>KONSTRUKCE - REALIZACE</vt:lpstr>
      <vt:lpstr>PCB - REALIZACE</vt:lpstr>
      <vt:lpstr>PCB - REALIZACE</vt:lpstr>
      <vt:lpstr>PROGRAM - REALIZACE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PARS</dc:title>
  <dc:creator>Popov Savva</dc:creator>
  <cp:lastModifiedBy>Popov Savva</cp:lastModifiedBy>
  <cp:revision>68</cp:revision>
  <dcterms:created xsi:type="dcterms:W3CDTF">2025-03-03T21:15:47Z</dcterms:created>
  <dcterms:modified xsi:type="dcterms:W3CDTF">2026-01-09T00:40:42Z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0x010100A76C6F4E2F935740B0FBB8A41883C973</vt:lpwstr>
  </property>
</Properties>
</file>